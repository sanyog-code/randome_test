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FF53-1D7A-0DF6-AE74-1DFE2B526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960EF-BF11-BC3E-1A92-BFF46E5DA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415F-ED1E-4D5C-8CB7-1161FA14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6307-5295-A013-1C48-A542D23A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9CAC-CF64-0E72-5A7C-3FE0F0BC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7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29AB-7F44-2439-3B19-E0258185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BF5E-347E-26E8-30E3-86CC4FB42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CBC7A-583C-60D0-C147-FE681FAF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49EF-3542-4AE5-BAB8-DE133A96C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1AB6-E195-1E5D-B7DF-A568BC09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4C22-7AC0-73FF-9045-F9844F0F7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A012C-09C1-6C8B-A941-B252091D3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D6A98-07BC-4F09-949B-56C411D7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2C781-8B48-C642-B9EE-8711D9E7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D9C1-EEB0-B075-7D51-B2D7C0C7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E6EA-9F43-F88B-0A08-E09371D1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8B90E-0921-FA5E-7962-5DF1CECFA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A327C-3852-75BF-AEFD-2F3801C04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8B4E6-D21F-E2F5-B8D5-DB002E99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15BB9-7EE5-0DD6-DEAB-513DAE7D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E9A9-E2AA-CEAB-9A43-4B2679A6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6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A099-DDC3-0B56-FB23-53A492ED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C93E2-5B6C-5CBF-FBF3-76B6608F7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F038F-D05C-7C27-9F41-D49E156D7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37206-A4A4-B894-9CFF-57DD4BFC5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9506F-DF96-B6C3-3C92-8AE519BCF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878EA-AAC3-DC24-C930-1800AB4B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D414A-675A-44DF-3B34-EB1120AA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719B8-D31A-DA39-9EE4-0F550457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4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827E-851A-ED57-BFC5-20869320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05641-3C05-E2F7-7189-C793E369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A72BE-2756-6197-8BFB-D8531317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E3529-4BEF-7D1E-4098-6B450B4F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8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D2A41-D722-7EF6-7C8A-7736176E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A0E03-E119-D95E-7571-58BB1AB2C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2A69E-70C0-1200-FE60-E3CDF7A8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5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46E1-40DB-4A1B-FCF2-DDAA3698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E7E48-E3CC-3CAD-7F2E-F820DE9BC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BD1BA-DA27-A736-BD78-7A3E9E6AD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E62A0-C4C1-13EC-CA57-55AA29E9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1C966-910C-3026-72DC-5C44241A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3B14C-9E15-BBCF-4065-9167EF98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1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3EE3-8611-46D7-7F34-27A6AF92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FE1B5-B2BD-3D6F-CCFC-BB5A1B412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C3F7A-4A64-F2FA-B7E1-409010BBA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58D58-610D-F096-B47A-8DA523DD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6D2A0-C0C4-46ED-7A1A-15510BC5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FBCBF-E1FD-AC1B-62D0-64528264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4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505D-EBAE-0A24-21BE-82975DA9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FF3FC-0270-B886-60F7-C38DFF1A8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8C7E-B693-DAFA-38B2-B6D93B7B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D604D-0390-C14B-0943-301F18505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3EDB8-7C50-09EB-479B-CE4D7648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A7669-95AB-3801-4A7A-18CEB26D4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4E95C-6EEC-6E32-B045-E9B39F7BE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69CD1-437C-6C29-26B4-B71AE0E4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19A7-5759-7C84-76FC-86B0D652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0D2A-5427-7856-CF6F-2DBD9EE7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1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0801C-E3CA-6389-2900-FBC005FCC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BE570-AA25-FE40-9F54-8BE321924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97F5F-14D8-49D9-6B24-9C0510211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525C3-5547-4AE9-AF58-7BF2AE46F9F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AEF3F-69DF-E253-BEC9-C4E33ACDF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91500-56A5-4990-C23D-C36695A0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293A8-A402-4AB8-A021-30BAB634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7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DFF6-3BAA-F5B5-C254-938A7B6FB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random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C6214-6DE4-9245-1AF8-C3C376BE83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0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35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017A-1408-072D-3768-1CC95566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blank</a:t>
            </a:r>
          </a:p>
        </p:txBody>
      </p:sp>
    </p:spTree>
    <p:extLst>
      <p:ext uri="{BB962C8B-B14F-4D97-AF65-F5344CB8AC3E}">
        <p14:creationId xmlns:p14="http://schemas.microsoft.com/office/powerpoint/2010/main" val="268178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random</vt:lpstr>
      <vt:lpstr>PowerPoint Presentation</vt:lpstr>
      <vt:lpstr>blank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Shreesanyog Rath</dc:creator>
  <cp:lastModifiedBy>Shreesanyog Rath</cp:lastModifiedBy>
  <cp:revision>1</cp:revision>
  <dcterms:created xsi:type="dcterms:W3CDTF">2026-05-13T04:50:31Z</dcterms:created>
  <dcterms:modified xsi:type="dcterms:W3CDTF">2026-05-13T04:50:40Z</dcterms:modified>
</cp:coreProperties>
</file>